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72" r:id="rId9"/>
    <p:sldId id="273" r:id="rId10"/>
    <p:sldId id="274" r:id="rId11"/>
    <p:sldId id="264" r:id="rId12"/>
    <p:sldId id="275" r:id="rId13"/>
    <p:sldId id="276" r:id="rId14"/>
    <p:sldId id="277" r:id="rId15"/>
    <p:sldId id="268" r:id="rId16"/>
    <p:sldId id="271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77429A-E773-4D8E-84D0-AA7A85A1202A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342676-DC19-4D55-B4A0-57AD5610E2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441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42676-DC19-4D55-B4A0-57AD5610E28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166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94B69-DED1-A01B-F916-D9019BE9E2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093849-525E-2F7D-78DD-104B84DAD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C6478-F52C-3338-B053-5C4E129B1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9C83E-1113-4EB5-9C75-2148FB16986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973C5-3BDE-1E9C-F600-11383B95E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0596C-E7D2-DF1D-C357-D06DDC8E5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CCD2A-3C9B-4B96-9C36-41F6AEC80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176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105EF-8505-6879-E281-2775C1AE7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A2557-DEE1-1FC1-AE90-007446E23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8FED9-EC3E-8714-AF7A-0F9886034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9C83E-1113-4EB5-9C75-2148FB16986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675DC-3CBA-EF31-353B-D630CD439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87D0C-1730-8540-25D2-6C1B376CD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CCD2A-3C9B-4B96-9C36-41F6AEC80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821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0A071-204E-2A03-7D83-6D2C38AB1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0CF2B-4662-0908-118A-4D2B647F6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D776E-2D16-EED6-4115-3837B59EF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9C83E-1113-4EB5-9C75-2148FB16986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5C6BD-D690-AD55-B06C-1B13BFFF3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1BE1D-F3F6-AA3F-3DE9-2E43CECF1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CCD2A-3C9B-4B96-9C36-41F6AEC80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793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0AC25-9FA3-0905-4071-6BE51D72C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C7EE7-7E9E-C0E2-0600-51D9F2A8E0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6700B7-5038-85F9-FB20-2BEC93A13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EC2AC-C5AA-F057-BD33-77DC64C15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9C83E-1113-4EB5-9C75-2148FB16986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ECD58-25D8-534A-D5F2-7537A1601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0F8B1-84AC-F048-1225-E76053BBD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CCD2A-3C9B-4B96-9C36-41F6AEC80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86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82C24-4443-4410-FF40-FB6EEC776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1E14C-019C-F4D7-BBF3-4251AA49D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6A00D3-31CA-8F5C-7941-0F86FD9D1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5F71A6-5129-81A9-561C-DA577CEA93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B80B65-A068-9378-8C5B-356446ED63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769304-E92E-291D-6CB1-1AE146FF2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9C83E-1113-4EB5-9C75-2148FB16986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AAE457-281E-126C-3C67-73F2C68EB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C315B9-4CE5-C8B2-4BE9-BE6E8FFDF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CCD2A-3C9B-4B96-9C36-41F6AEC80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470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AE034-566B-E337-05FD-B078560CD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0C45E4-39E2-5DC6-8F05-3FAD35CFD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9C83E-1113-4EB5-9C75-2148FB16986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153B5F-9EBC-931D-ACC6-F222AE9CE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B4846-8BE2-4C4E-AE0B-E265F62C6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CCD2A-3C9B-4B96-9C36-41F6AEC80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990121-D533-7E01-B8D3-453A05E9B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9C83E-1113-4EB5-9C75-2148FB16986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49771D-2D21-2D3C-482E-310C0AF37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61A8B-CB6F-9559-8C8E-2740D17CA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CCD2A-3C9B-4B96-9C36-41F6AEC80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5905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8D0EA-F91D-3C15-2033-7FCC4A343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C3AE1-D3A0-5498-AA85-D842EFF32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C0DDDF-928C-0B01-17D9-10192E0DD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47B6-BC4C-7BCB-A1A7-D7B2F5605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9C83E-1113-4EB5-9C75-2148FB16986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7C5B8-4A46-D303-2CE2-33F1DF236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7C60D0-8FBA-7B79-AB2C-3923C5245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CCD2A-3C9B-4B96-9C36-41F6AEC80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240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A98CA-E13F-2EF0-FE19-ADD232AF2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0E9FBE-3C5F-FC20-EF78-B1AEE1EDFA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E859AA-7318-5F86-1DA7-9E7EB440A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B2193B-7E0E-ECFF-3C05-2DBFD810B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9C83E-1113-4EB5-9C75-2148FB16986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7350E0-A6C5-6CC1-7E0B-D2CDB0613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0C302-52E8-9A12-7A7B-09D04AA40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CCD2A-3C9B-4B96-9C36-41F6AEC80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08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6FB0F-4E04-ECE6-3E91-45B2F83D8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BFB-161C-A365-1C4D-2D59679BA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0E4CD-9CD0-6A8C-494E-A93541667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9C83E-1113-4EB5-9C75-2148FB16986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77B11-A038-100C-93DF-0403D7BD1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7DBE4-D01B-CE4F-5FBF-CEF20C34D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CCD2A-3C9B-4B96-9C36-41F6AEC80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724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C7C3CE-7D05-8328-C02E-0CBAA59CC2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38C4B4-A91C-48C8-08D8-ABC66AE788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84E55-1091-CCCF-C29C-B3FA604FD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9C83E-1113-4EB5-9C75-2148FB16986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CA73D-0DE6-CDC8-C417-E9475C1F5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2ABC6-C96F-766B-27BA-FB7A1175E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CCD2A-3C9B-4B96-9C36-41F6AEC80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46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654E52-3109-E771-0E8C-968A3563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257BA-6911-A47C-679A-C3256E696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725AB-D66D-8C82-45EB-0D21353727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9C83E-1113-4EB5-9C75-2148FB169863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D4AC4-1292-DD77-683D-7EC1506898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916DB-8572-3CAD-E6D2-E08990D83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ECCD2A-3C9B-4B96-9C36-41F6AEC80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553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3F45E24-C260-998A-87BE-9F08CECCA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484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EA7657-6E9A-6BA6-9C6C-FF0E2A27ED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747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B8E1C0E-B65C-F2E8-B8E8-44127E79E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07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BFAC2C3-9BEF-3DE5-AE10-79FFD831A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48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3E65E17-7F87-83F8-3A25-36A5EB4B43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304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429ECA-96E8-AD01-D7B2-F7F5F4C19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217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06E8D2-37BD-0670-3F92-8F45CD5E01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863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5B3706-D2EC-CB51-9C26-51113FB894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94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C8EBD4-A1A3-48D5-4549-BD9DFFD76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96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41C7D5-C73A-A0FD-38E2-DEF0099DAF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453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84F538-4113-84BD-A510-4DDA0C40F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822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78DDC7-02B2-B119-847B-5B655B3CF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035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F5910C-8AA5-4AC4-B43F-B8C9C13B30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471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8F2412-BFC3-31F6-1947-B5F217C98C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58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0EEF881-B98E-AE22-17D1-A12E93BFC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283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BA4F18-A031-FAC3-EAC2-2F0347DC9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044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67BF4F-1A42-34A8-7DA7-386981092F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479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1515</TotalTime>
  <Words>1</Words>
  <Application>Microsoft Office PowerPoint</Application>
  <PresentationFormat>Widescreen</PresentationFormat>
  <Paragraphs>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vineet prajapati</dc:creator>
  <cp:lastModifiedBy>PRITAM JHA</cp:lastModifiedBy>
  <cp:revision>5</cp:revision>
  <dcterms:created xsi:type="dcterms:W3CDTF">2026-04-26T17:30:18Z</dcterms:created>
  <dcterms:modified xsi:type="dcterms:W3CDTF">2026-05-27T06:55:17Z</dcterms:modified>
</cp:coreProperties>
</file>